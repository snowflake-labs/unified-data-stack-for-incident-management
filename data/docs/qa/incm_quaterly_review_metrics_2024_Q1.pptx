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</a:rPr>
              <a:t>Quarterly Review Metrics  2024 Q1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Quarter 1,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755430"/>
              </p:ext>
            </p:extLst>
          </p:nvPr>
        </p:nvGraphicFramePr>
        <p:xfrm>
          <a:off x="640081" y="1751024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Tool licensing spend (amortized, Q1)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partial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**$120,000**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Matches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391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 2024 Q1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3</cp:revision>
  <dcterms:created xsi:type="dcterms:W3CDTF">2013-01-27T09:14:16Z</dcterms:created>
  <dcterms:modified xsi:type="dcterms:W3CDTF">2025-11-10T01:59:55Z</dcterms:modified>
  <cp:category/>
</cp:coreProperties>
</file>