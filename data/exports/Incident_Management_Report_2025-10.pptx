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Incident Management Project Report — October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/>
              <a:t>October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/>
              <a:t>October marked the third consecutive month of improvement. Incidents decreased to 109 with just one P1. MTTA improved to 4 minutes, MTTR to 1h 58m. SLA breaches dropped to 3.4%. Focus shifted to failover readiness and sustained reliability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/>
              <a:t>**Incidents opened**: 109</a:t>
            </a:r>
          </a:p>
          <a:p>
            <a:pPr/>
            <a:r>
              <a:rPr sz="2000"/>
              <a:t>**Incidents closed**: 108</a:t>
            </a:r>
          </a:p>
          <a:p>
            <a:pPr/>
            <a:r>
              <a:rPr sz="2000"/>
              <a:t>**Severity mix**: P1: 1, P2: 9, P3: 47, P4: 52</a:t>
            </a:r>
          </a:p>
          <a:p>
            <a:pPr/>
            <a:r>
              <a:rPr sz="2000"/>
              <a:t>**MTTA**: 4 minutes</a:t>
            </a:r>
          </a:p>
          <a:p>
            <a:pPr/>
            <a:r>
              <a:rPr sz="2000"/>
              <a:t>**MTTR (overall)**: 1 hour 58 minutes (118 minutes)</a:t>
            </a:r>
          </a:p>
          <a:p>
            <a:pPr/>
            <a:r>
              <a:rPr sz="2000"/>
              <a:t>**MTTR (P1)**: 41 minutes</a:t>
            </a:r>
          </a:p>
          <a:p>
            <a:pPr/>
            <a:r>
              <a:rPr sz="2000"/>
              <a:t>**SLA breach rate**: 3.4%</a:t>
            </a:r>
          </a:p>
          <a:p>
            <a:pPr/>
            <a:r>
              <a:rPr sz="2000"/>
              <a:t>**Reopen rate**: 2.6%</a:t>
            </a:r>
          </a:p>
          <a:p>
            <a:pPr/>
            <a:r>
              <a:rPr sz="2000"/>
              <a:t>**Change failure rate**: 13%</a:t>
            </a:r>
          </a:p>
          <a:p>
            <a:pPr/>
            <a:r>
              <a:rPr sz="2000"/>
              <a:t>**Postmortems completed within 7 days**: 100%</a:t>
            </a:r>
          </a:p>
          <a:p>
            <a:pPr/>
            <a:r>
              <a:rPr sz="2000"/>
              <a:t>**Customer-visible incidents**: 22</a:t>
            </a:r>
          </a:p>
          <a:p>
            <a:pPr/>
            <a:r>
              <a:rPr sz="2000"/>
              <a:t>**On-call pages**: 246 (7.9/day)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Trends and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/>
              <a:t>Improved resilience due to regional readiness work and circuit breakers.</a:t>
            </a:r>
          </a:p>
          <a:p>
            <a:pPr/>
            <a:r>
              <a:rPr sz="2000"/>
              <a:t>Further drop in code-related regressions with stricter pre-merge checks.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Notable incidents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/>
              <a:t>2025-10-07 — EU auth latency spike (P2): BGP route change; traffic shifted, latency normalized.</a:t>
            </a:r>
          </a:p>
          <a:p>
            <a:pPr/>
            <a:r>
              <a:rPr sz="2000"/>
              <a:t>2025-10-19 — Cache stampede on catalog (P3): Introduced request coalescing; reduced thundering herd.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 cause distribution (opened = 109)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/>
              <a:t>Code change regressions: 40</a:t>
            </a:r>
          </a:p>
          <a:p>
            <a:pPr/>
            <a:r>
              <a:rPr sz="2000"/>
              <a:t>Infrastructure faults: 22</a:t>
            </a:r>
          </a:p>
          <a:p>
            <a:pPr/>
            <a:r>
              <a:rPr sz="2000"/>
              <a:t>Third-party/SaaS dependencies: 12</a:t>
            </a:r>
          </a:p>
          <a:p>
            <a:pPr/>
            <a:r>
              <a:rPr sz="2000"/>
              <a:t>Data quality/latency: 12</a:t>
            </a:r>
          </a:p>
          <a:p>
            <a:pPr/>
            <a:r>
              <a:rPr sz="2000"/>
              <a:t>Configuration errors: 8</a:t>
            </a:r>
          </a:p>
          <a:p>
            <a:pPr/>
            <a:r>
              <a:rPr sz="2000"/>
              <a:t>Abuse/traffic anomalies: 4</a:t>
            </a:r>
          </a:p>
          <a:p>
            <a:pPr/>
            <a:r>
              <a:rPr sz="2000"/>
              <a:t>Unknown/other: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Actions completed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/>
              <a:t>Executed auth and search regional failover game days; documented gaps and fixes.</a:t>
            </a:r>
          </a:p>
          <a:p>
            <a:pPr/>
            <a:r>
              <a:rPr sz="2000"/>
              <a:t>Implemented request coalescing and cache TTL smoothing on catalog.</a:t>
            </a:r>
          </a:p>
          <a:p>
            <a:pPr/>
            <a:r>
              <a:rPr sz="2000"/>
              <a:t>Automated creation and owner assignment of postmortem action items.</a:t>
            </a:r>
          </a:p>
          <a:p>
            <a:pPr/>
            <a:r>
              <a:rPr sz="2000"/>
              <a:t>Rolled out alert deduplication pipeline v2; reduced pages by ~6%.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blockers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/>
              <a:t>Unknown root causes cluster around edge-case request flows; needs deeper trace coverage.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Focus for November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/>
              <a:t>Expand tracing coverage for low-frequency, high-latency paths.</a:t>
            </a:r>
          </a:p>
          <a:p>
            <a:pPr/>
            <a:r>
              <a:rPr sz="2000"/>
              <a:t>Continue reducing change failure rate via targeted test flake elimination.</a:t>
            </a:r>
          </a:p>
          <a:p>
            <a:pPr/>
            <a:r>
              <a:rPr sz="2000"/>
              <a:t>Introduce error budget burn alerts into weekly ops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and tooling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/>
              <a:t>Achieved 19% storage savings from log tiering vs July baseline.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Headcount and staffing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/>
              <a:t>12 primary responders; onboarding complete for 2 new hires.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