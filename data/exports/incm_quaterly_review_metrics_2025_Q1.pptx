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Quarterly Review Metrics — 2025 Q1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169957" y="5171093"/>
            <a:ext cx="6808971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Quarter 1,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Operational Health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uptime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Overall uptime (all services)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Weighted by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Critical services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Tier-0/Tier-1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Sev-1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Customer-impacting outages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Sev-2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Degraded but 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acknowledge (MTTA)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recover (MTTR)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Change failure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Failed changes / total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SLO breaches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Any SLO window breach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Error budget consumed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Aggregated across key SLOs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downtime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Total downtime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Sum Sev-1/2 impact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Unplanned outage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Excludes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Planned maintenance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Change 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Sev-1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partial region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Sev-2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Longest single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Max single-incident 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Mean time between failures (MTBF)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Between Sev-1s in quarter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Utilisation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2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End-of-quarter IT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Total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Engineering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SWE + SRE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coverage (FTE)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24/7 rotation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Project work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BAU/Operations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hours per engineer (monthly 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Scheduled duty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After-hours incidents handled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Training hours per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Formal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Certifications earned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Cloud/Security/ITIL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Attrition (quarter)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Voluntary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New hires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External + internal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Time-to-fill (median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Requisition to acceptance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 sz="1200"/>
                        <a:t>Employee engagement score (10-pt)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Quarterly pulse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Finance/Budget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licensing spend (amortized, Q1)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Licenses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Spend (Q1)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Jira + Confluence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Atlassian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$32,200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Atlassian Access basic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GitHub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Advanced Security broader rollout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$24,470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Plus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$12,880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Business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$15,450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Infra + APM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$4,630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Team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$7,210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Workforce 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AWS Enterprise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$3,605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Annualized estimate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Total (tools)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**$123,645**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~3% YoY increase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395</Words>
  <Application>Microsoft Macintosh PowerPoint</Application>
  <PresentationFormat>On-screen Show (4:3)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Quarterly Review Metrics — 2025 Q1</vt:lpstr>
      <vt:lpstr>Service Operational Health</vt:lpstr>
      <vt:lpstr>Service uptime</vt:lpstr>
      <vt:lpstr>Service downtime</vt:lpstr>
      <vt:lpstr>Team Utilisation</vt:lpstr>
      <vt:lpstr>Finance/Budget</vt:lpstr>
      <vt:lpstr>Tool licensing spend (amortized, Q1)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Chinmayee Lakkad</cp:lastModifiedBy>
  <cp:revision>2</cp:revision>
  <dcterms:created xsi:type="dcterms:W3CDTF">2013-01-27T09:14:16Z</dcterms:created>
  <dcterms:modified xsi:type="dcterms:W3CDTF">2025-11-10T01:48:33Z</dcterms:modified>
  <cp:category/>
</cp:coreProperties>
</file>