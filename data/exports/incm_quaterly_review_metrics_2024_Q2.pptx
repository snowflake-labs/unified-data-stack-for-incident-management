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019" y="1030406"/>
            <a:ext cx="7182547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Quarterly Review Metrics </a:t>
            </a:r>
            <a:b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2024 Q2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169957" y="5171093"/>
            <a:ext cx="6808971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Quarter 2,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licensing spend (amortized, Q2)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partial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**$120,000**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Matches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392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 2024 Q2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2</cp:revision>
  <dcterms:created xsi:type="dcterms:W3CDTF">2013-01-27T09:14:16Z</dcterms:created>
  <dcterms:modified xsi:type="dcterms:W3CDTF">2025-11-10T01:45:38Z</dcterms:modified>
  <cp:category/>
</cp:coreProperties>
</file>