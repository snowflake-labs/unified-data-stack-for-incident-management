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Management Project Report — August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August showed steady reliability with a modest reduction in critical incidents and improved response times. MTTA improved to 6 minutes and MTTR to 2h 40m. SLA breaches trended down (5.2%). Primary drivers were code regressions and routine infrastructure maintenance side-effects. Remediations prioritized deployment safeguards and runbook hardening.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**Incidents opened**: 124</a:t>
            </a:r>
          </a:p>
          <a:p>
            <a:pPr/>
            <a:r>
              <a:rPr sz="2000"/>
              <a:t>**Incidents closed**: 121</a:t>
            </a:r>
          </a:p>
          <a:p>
            <a:pPr/>
            <a:r>
              <a:rPr sz="2000"/>
              <a:t>**Severity mix**: P1: 3, P2: 12, P3: 54, P4: 55</a:t>
            </a:r>
          </a:p>
          <a:p>
            <a:pPr/>
            <a:r>
              <a:rPr sz="2000"/>
              <a:t>**MTTA**: 6 minutes</a:t>
            </a:r>
          </a:p>
          <a:p>
            <a:pPr/>
            <a:r>
              <a:rPr sz="2000"/>
              <a:t>**MTTR (overall)**: 2 hours 40 minutes (160 minutes)</a:t>
            </a:r>
          </a:p>
          <a:p>
            <a:pPr/>
            <a:r>
              <a:rPr sz="2000"/>
              <a:t>**MTTR (P1)**: 48 minutes</a:t>
            </a:r>
          </a:p>
          <a:p>
            <a:pPr/>
            <a:r>
              <a:rPr sz="2000"/>
              <a:t>**SLA breach rate**: 5.2%</a:t>
            </a:r>
          </a:p>
          <a:p>
            <a:pPr/>
            <a:r>
              <a:rPr sz="2000"/>
              <a:t>**Reopen rate**: 3.7%</a:t>
            </a:r>
          </a:p>
          <a:p>
            <a:pPr/>
            <a:r>
              <a:rPr sz="2000"/>
              <a:t>**Change failure rate**: 18%</a:t>
            </a:r>
          </a:p>
          <a:p>
            <a:pPr/>
            <a:r>
              <a:rPr sz="2000"/>
              <a:t>**Postmortems completed within 7 days**: 92%</a:t>
            </a:r>
          </a:p>
          <a:p>
            <a:pPr/>
            <a:r>
              <a:rPr sz="2000"/>
              <a:t>**Customer-visible incidents**: 31</a:t>
            </a:r>
          </a:p>
          <a:p>
            <a:pPr/>
            <a:r>
              <a:rPr sz="2000"/>
              <a:t>**On-call pages**: 286 (9.2/day)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Reduced P1s vs prior month; P2 volume stable.</a:t>
            </a:r>
          </a:p>
          <a:p>
            <a:pPr/>
            <a:r>
              <a:rPr sz="2000"/>
              <a:t>MTTR down ~9% driven by improved triage of noisy alerts.</a:t>
            </a:r>
          </a:p>
          <a:p>
            <a:pPr/>
            <a:r>
              <a:rPr sz="2000"/>
              <a:t>SLA breaches concentrated in long-running P3 investigations tied to data pipeline lag.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2025-08-05 — Elevated 500s on API v2 (P2): Canary missed edge-case; hotfix within 2h.</a:t>
            </a:r>
          </a:p>
          <a:p>
            <a:pPr/>
            <a:r>
              <a:rPr sz="2000"/>
              <a:t>2025-08-14 — Delayed invoices generation (P2): Downstream queue congestion; added rate shaping.</a:t>
            </a:r>
          </a:p>
          <a:p>
            <a:pPr/>
            <a:r>
              <a:rPr sz="2000"/>
              <a:t>2025-08-26 — Search partial outage in EU (P1): Misconfigured feature flag scope; rollback in 41m.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distribution (opened = 124)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Code change regressions: 55</a:t>
            </a:r>
          </a:p>
          <a:p>
            <a:pPr/>
            <a:r>
              <a:rPr sz="2000"/>
              <a:t>Infrastructure faults: 27</a:t>
            </a:r>
          </a:p>
          <a:p>
            <a:pPr/>
            <a:r>
              <a:rPr sz="2000"/>
              <a:t>Third-party/SaaS dependencies: 15</a:t>
            </a:r>
          </a:p>
          <a:p>
            <a:pPr/>
            <a:r>
              <a:rPr sz="2000"/>
              <a:t>Data quality/latency: 11</a:t>
            </a:r>
          </a:p>
          <a:p>
            <a:pPr/>
            <a:r>
              <a:rPr sz="2000"/>
              <a:t>Configuration errors: 9</a:t>
            </a:r>
          </a:p>
          <a:p>
            <a:pPr/>
            <a:r>
              <a:rPr sz="2000"/>
              <a:t>Abuse/traffic anomalies: 4</a:t>
            </a:r>
          </a:p>
          <a:p>
            <a:pPr/>
            <a:r>
              <a:rPr sz="2000"/>
              <a:t>Unknown/other: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Enabled deployment guardrails: mandatory canary + automated rollback criteria.</a:t>
            </a:r>
          </a:p>
          <a:p>
            <a:pPr/>
            <a:r>
              <a:rPr sz="2000"/>
              <a:t>Hardened runbooks for data pipeline backpressure with step-by-step verification.</a:t>
            </a:r>
          </a:p>
          <a:p>
            <a:pPr/>
            <a:r>
              <a:rPr sz="2000"/>
              <a:t>Tuned alert thresholds to reduce duplicate paging in off-peak hours.</a:t>
            </a:r>
          </a:p>
          <a:p>
            <a:pPr/>
            <a:r>
              <a:rPr sz="2000"/>
              <a:t>Added aggressive cache TTLs for EU search during degraded mode.</a:t>
            </a:r>
          </a:p>
          <a:p>
            <a:pPr/>
            <a:r>
              <a:rPr sz="2000"/>
              <a:t>Instituted postmortem office hours to raise completion from 88% to 92%.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blockers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Aging Kafka cluster segment on legacy infra raises recovery RTO risk.</a:t>
            </a:r>
          </a:p>
          <a:p>
            <a:pPr/>
            <a:r>
              <a:rPr sz="2000"/>
              <a:t>Limited observability on billing batch windows complicates SLO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for September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Finish Kafka upgrade (partition rebalancing + ISR tuning).</a:t>
            </a:r>
          </a:p>
          <a:p>
            <a:pPr/>
            <a:r>
              <a:rPr sz="2000"/>
              <a:t>Expand synthetic monitoring for billing &amp; search critical paths.</a:t>
            </a:r>
          </a:p>
          <a:p>
            <a:pPr/>
            <a:r>
              <a:rPr sz="2000"/>
              <a:t>Pilot incident commander rotation shadowing for new responders.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tooling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Approved spend for log storage tiering; projected 18% cost reduction.</a:t>
            </a:r>
          </a:p>
          <a:p>
            <a:pPr/>
            <a:r>
              <a:rPr sz="2000"/>
              <a:t>Evaluating error budget burn alerts in addition to static SLO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 and 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10 primary responders, 6 secondary; onboarding 2 new hires in September.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