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6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0019" y="1030406"/>
            <a:ext cx="6110785" cy="3081242"/>
          </a:xfrm>
        </p:spPr>
        <p:txBody>
          <a:bodyPr anchor="ctr">
            <a:normAutofit/>
          </a:bodyPr>
          <a:lstStyle/>
          <a:p>
            <a:r>
              <a:rPr lang="en-US" sz="4200">
                <a:solidFill>
                  <a:srgbClr val="FFFFFF"/>
                </a:solidFill>
              </a:rPr>
              <a:t>Quarterly Review Metrics — 2024 Q3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957" y="5171093"/>
            <a:ext cx="6808971" cy="86062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Quarter 3,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Service Operational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uptime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82296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4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Overall uptime (all services)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99.92%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Weighted by traffic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Critical services uptime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99.96%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Tier-0/Tier-1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Sev-1 incidents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Customer-impacting outages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Sev-2 incidents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Degraded but usable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Mean time to acknowledge (MTTA)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10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Median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Mean time to recover (MTTR)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45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Median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Change failure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Failed changes / total changes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SLO breaches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Any SLO window breach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Error budget consumed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Aggregated across key SLOs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downtime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4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Total downtime (hours)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Sum Sev-1/2 impact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Unplanned outage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Excludes maintenance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Planned maintenance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Change windows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Sev-1 outage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Includes partial region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Sev-2 outage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Degradations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Longest single outage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36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Max single-incident duration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200"/>
                        <a:t>Mean time between failures (MTBF)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Between Sev-1s in quarter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Utilisation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8229600" cy="4125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sz="14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End-of-quarter IT headcount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Total 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Engineering headcount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SWE + SRE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On-call coverage (FTE)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24/7 rotation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Project work 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Time-tracked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BAU/Operations 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Time-tracked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On-call hours per engineer (monthly avg)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Scheduled duty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After-hours incidents handled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PagerDuty pages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Training hours per FTE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Formal learning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Certifications earned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Cloud/Security/ITIL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Attrition (quarter)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Voluntary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New hires (count)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External + internal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sz="1200"/>
                        <a:t>Time-to-fill (median days)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Requisition to acceptance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 sz="1200"/>
                        <a:t>Employee engagement score (10-pt)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Quarterly pulse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Finance/Budget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licensing spend (amortized, Q3)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82296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400" b="1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Vendor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Licenses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Spend (Q3)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Jira + Confluence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Atlassian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$31,250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Includes Atlassian Access basic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GitHub 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$22,500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Advanced Security partial rollout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Slack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$23,750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Plus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PagerDuty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PagerDuty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$12,500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Business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Datadog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Datadog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$15,000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Infra + APM sample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Sentry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$4,500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Team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Okta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Okta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$7,000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Workforce identity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AWS Enterprise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Amazon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$3,500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Annualized estimate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/>
                        <a:t>Total (tools)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**$120,000**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Matches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392</Words>
  <Application>Microsoft Macintosh PowerPoint</Application>
  <PresentationFormat>On-screen Show (4:3)</PresentationFormat>
  <Paragraphs>162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Quarterly Review Metrics — 2024 Q3</vt:lpstr>
      <vt:lpstr>Service Operational Health</vt:lpstr>
      <vt:lpstr>Service uptime</vt:lpstr>
      <vt:lpstr>Service downtime</vt:lpstr>
      <vt:lpstr>Team Utilisation</vt:lpstr>
      <vt:lpstr>Finance/Budget</vt:lpstr>
      <vt:lpstr>Tool licensing spend (amortized, Q3)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Chinmayee Lakkad</cp:lastModifiedBy>
  <cp:revision>2</cp:revision>
  <dcterms:created xsi:type="dcterms:W3CDTF">2013-01-27T09:14:16Z</dcterms:created>
  <dcterms:modified xsi:type="dcterms:W3CDTF">2025-11-10T01:46:35Z</dcterms:modified>
  <cp:category/>
</cp:coreProperties>
</file>