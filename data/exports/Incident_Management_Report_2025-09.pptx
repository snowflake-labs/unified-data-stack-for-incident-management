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Incident Management Project Report — September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/>
              <a:t>September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/>
              <a:t>September continued improvement trends. Incidents fell to 117 with lower severity mix and faster response. SLA breaches dropped to 4.1%. Completion of several reliability epics (Kafka upgrade, better canarying) reduced code- and infra-driven incidents.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/>
              <a:t>**Incidents opened**: 117</a:t>
            </a:r>
          </a:p>
          <a:p>
            <a:pPr/>
            <a:r>
              <a:rPr sz="2000"/>
              <a:t>**Incidents closed**: 114</a:t>
            </a:r>
          </a:p>
          <a:p>
            <a:pPr/>
            <a:r>
              <a:rPr sz="2000"/>
              <a:t>**Severity mix**: P1: 2, P2: 10, P3: 51, P4: 54</a:t>
            </a:r>
          </a:p>
          <a:p>
            <a:pPr/>
            <a:r>
              <a:rPr sz="2000"/>
              <a:t>**MTTA**: 5 minutes</a:t>
            </a:r>
          </a:p>
          <a:p>
            <a:pPr/>
            <a:r>
              <a:rPr sz="2000"/>
              <a:t>**MTTR (overall)**: 2 hours 22 minutes (142 minutes)</a:t>
            </a:r>
          </a:p>
          <a:p>
            <a:pPr/>
            <a:r>
              <a:rPr sz="2000"/>
              <a:t>**MTTR (P1)**: 44 minutes</a:t>
            </a:r>
          </a:p>
          <a:p>
            <a:pPr/>
            <a:r>
              <a:rPr sz="2000"/>
              <a:t>**SLA breach rate**: 4.1%</a:t>
            </a:r>
          </a:p>
          <a:p>
            <a:pPr/>
            <a:r>
              <a:rPr sz="2000"/>
              <a:t>**Reopen rate**: 3.2%</a:t>
            </a:r>
          </a:p>
          <a:p>
            <a:pPr/>
            <a:r>
              <a:rPr sz="2000"/>
              <a:t>**Change failure rate**: 15%</a:t>
            </a:r>
          </a:p>
          <a:p>
            <a:pPr/>
            <a:r>
              <a:rPr sz="2000"/>
              <a:t>**Postmortors completed within 7 days**: 96%</a:t>
            </a:r>
          </a:p>
          <a:p>
            <a:pPr/>
            <a:r>
              <a:rPr sz="2000"/>
              <a:t>**Customer-visible incidents**: 27</a:t>
            </a:r>
          </a:p>
          <a:p>
            <a:pPr/>
            <a:r>
              <a:rPr sz="2000"/>
              <a:t>**On-call pages**: 261 (8.7/day)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Trends and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/>
              <a:t>Sustained reduction in code regression incidents after rollout of guardrails.</a:t>
            </a:r>
          </a:p>
          <a:p>
            <a:pPr/>
            <a:r>
              <a:rPr sz="2000"/>
              <a:t>Better queue tuning cut data-latency incidents by ~9%.</a:t>
            </a:r>
          </a:p>
          <a:p>
            <a:pPr/>
            <a:r>
              <a:rPr sz="2000"/>
              <a:t>P1s remained rare with faster containment.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Notable incidents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/>
              <a:t>2025-09-09 — OAuth provider timeouts (P2): Third-party rate-limiting; added retry jitter + fallback route.</a:t>
            </a:r>
          </a:p>
          <a:p>
            <a:pPr/>
            <a:r>
              <a:rPr sz="2000"/>
              <a:t>2025-09-18 — Metrics ingestion lag (P3): Mis-sized consumers; horizontal scale restored in 90m.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Root cause distribution (opened = 117)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/>
              <a:t>Code change regressions: 47</a:t>
            </a:r>
          </a:p>
          <a:p>
            <a:pPr/>
            <a:r>
              <a:rPr sz="2000"/>
              <a:t>Infrastructure faults: 25</a:t>
            </a:r>
          </a:p>
          <a:p>
            <a:pPr/>
            <a:r>
              <a:rPr sz="2000"/>
              <a:t>Third-party/SaaS dependencies: 14</a:t>
            </a:r>
          </a:p>
          <a:p>
            <a:pPr/>
            <a:r>
              <a:rPr sz="2000"/>
              <a:t>Data quality/latency: 12</a:t>
            </a:r>
          </a:p>
          <a:p>
            <a:pPr/>
            <a:r>
              <a:rPr sz="2000"/>
              <a:t>Configuration errors: 8</a:t>
            </a:r>
          </a:p>
          <a:p>
            <a:pPr/>
            <a:r>
              <a:rPr sz="2000"/>
              <a:t>Abuse/traffic anomalies: 5</a:t>
            </a:r>
          </a:p>
          <a:p>
            <a:pPr/>
            <a:r>
              <a:rPr sz="2000"/>
              <a:t>Unknown/other: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Actions completed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/>
              <a:t>Completed Kafka upgrade and ISR tuning, reducing consumer lag tail by 28%.</a:t>
            </a:r>
          </a:p>
          <a:p>
            <a:pPr/>
            <a:r>
              <a:rPr sz="2000"/>
              <a:t>Deployed circuit breakers for OAuth failures with exponential backoff.</a:t>
            </a:r>
          </a:p>
          <a:p>
            <a:pPr/>
            <a:r>
              <a:rPr sz="2000"/>
              <a:t>Expanded synthetic probes to cover billing happy-path and error-path.</a:t>
            </a:r>
          </a:p>
          <a:p>
            <a:pPr/>
            <a:r>
              <a:rPr sz="2000"/>
              <a:t>Finalized incident commander playbook and shadowing checklist.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blockers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/>
              <a:t>Single-region dependency for search embeddings remains a blast-radius concern.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Focus for October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/>
              <a:t>Regional failover exercises for search &amp; auth paths.</a:t>
            </a:r>
          </a:p>
          <a:p>
            <a:pPr/>
            <a:r>
              <a:rPr sz="2000"/>
              <a:t>Alert dedup pipeline improvements to drop noisy flaps.</a:t>
            </a:r>
          </a:p>
          <a:p>
            <a:pPr/>
            <a:r>
              <a:rPr sz="2000"/>
              <a:t>Postmortem automation for action item tracking.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and tooling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/>
              <a:t>Observability spend trending down 11% MoM via storage tiering.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Headcount and staffing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/>
              <a:t>12 primary responders; rotating 2 senior ICs into mentorship track.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